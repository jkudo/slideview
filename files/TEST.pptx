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44" d="100"/>
          <a:sy n="144" d="100"/>
        </p:scale>
        <p:origin x="87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0CD2DC-233D-D264-2018-3DFCF18385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661F63F-A7CE-507B-2E97-8CD4DFAC7E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9DA5D7F-5586-516A-B2AA-FC2C3C205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7B9CC-6D04-42FF-AAEE-116EBAF384C5}" type="datetimeFigureOut">
              <a:rPr kumimoji="1" lang="ja-JP" altLang="en-US" smtClean="0"/>
              <a:t>2024/11/8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B3DA17E-5A7D-4959-5207-BEAA9F0EC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BF40777-2048-5E8A-D08D-C3AB824B0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D2388-12A5-45D5-AFAD-93D05B8AED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9835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CED032-4765-64AF-929F-906F1B818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C5644F9-19B8-7D4E-C5AD-ED4CB6ADB9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1878B02-3833-0F1C-2729-55E11D438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7B9CC-6D04-42FF-AAEE-116EBAF384C5}" type="datetimeFigureOut">
              <a:rPr kumimoji="1" lang="ja-JP" altLang="en-US" smtClean="0"/>
              <a:t>2024/11/8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B6DB842-EC3A-A92E-A672-6D350C49C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095EDCA-5C54-4940-1143-238E3D4D7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D2388-12A5-45D5-AFAD-93D05B8AED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7159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A42E4C-0977-CEEC-9300-27AE4C444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38EBDFE-516D-BCC1-9144-81DDA58762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5E44A57-3365-94E5-E7EF-07FD0CA24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7B9CC-6D04-42FF-AAEE-116EBAF384C5}" type="datetimeFigureOut">
              <a:rPr kumimoji="1" lang="ja-JP" altLang="en-US" smtClean="0"/>
              <a:t>2024/11/8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CB663E1-F15D-1E76-CCCE-70D92960D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00C7911-9287-B500-D165-010DFCF9B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D2388-12A5-45D5-AFAD-93D05B8AED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3658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98CD713-608A-2004-3D76-568696662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48DD609-0D94-76FB-07B0-A4D3D4A15A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3FE79D9-4EBE-0773-573B-46AE995DF2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470B2E6-2BEA-D03E-000A-6881B83D3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7B9CC-6D04-42FF-AAEE-116EBAF384C5}" type="datetimeFigureOut">
              <a:rPr kumimoji="1" lang="ja-JP" altLang="en-US" smtClean="0"/>
              <a:t>2024/11/8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32694A7-76DF-5AD2-A3CB-6C9E55CF3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417722F-9811-DD00-C945-49C7FFF19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D2388-12A5-45D5-AFAD-93D05B8AED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5158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E074D0-B27B-D393-165D-01C5AA23C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4EB72CD-E723-668E-2997-2A2645919F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5F87D26-7C78-4E88-3E35-7F68FBE82E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91BB8FF-4A0D-2B9D-6228-90CED8F41A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BB33ADA-88F2-90DF-3187-55930D4ABB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9D1C509-B1E0-0109-EAD2-B9BE6DA3B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7B9CC-6D04-42FF-AAEE-116EBAF384C5}" type="datetimeFigureOut">
              <a:rPr kumimoji="1" lang="ja-JP" altLang="en-US" smtClean="0"/>
              <a:t>2024/11/8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4223EC7-BC52-09E2-A5DC-0820D865D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104D015-239A-D5FD-8A36-9C6A532ED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D2388-12A5-45D5-AFAD-93D05B8AED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1318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23AE33-3BEA-67A7-C8AE-CC2C87606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F076ACC-A6A6-3E72-A96F-155F38E00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7B9CC-6D04-42FF-AAEE-116EBAF384C5}" type="datetimeFigureOut">
              <a:rPr kumimoji="1" lang="ja-JP" altLang="en-US" smtClean="0"/>
              <a:t>2024/11/8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64A2EBD-F466-CB72-CFAB-746F099B9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4D8F433-8BB9-2136-0937-2FA2194F6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D2388-12A5-45D5-AFAD-93D05B8AED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6617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998703D-4542-5536-DBA0-D1C4D0660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7B9CC-6D04-42FF-AAEE-116EBAF384C5}" type="datetimeFigureOut">
              <a:rPr kumimoji="1" lang="ja-JP" altLang="en-US" smtClean="0"/>
              <a:t>2024/11/8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43FAFE0-E3AA-45D0-137B-90D35EF41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A6E2BA9-40A1-0A76-5910-636E73D14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D2388-12A5-45D5-AFAD-93D05B8AED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2034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5130D3-9E11-0FAD-043B-DFE60292C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0293E02-D373-1179-5B36-4A8C0EF40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1AD27F4-01CF-C1B7-F7FB-8E432DAC15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F6A014F-869A-7854-9D76-9BA8E5586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7B9CC-6D04-42FF-AAEE-116EBAF384C5}" type="datetimeFigureOut">
              <a:rPr kumimoji="1" lang="ja-JP" altLang="en-US" smtClean="0"/>
              <a:t>2024/11/8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F87D4BF-B947-5D1B-DD32-F930C4C3A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7854287-5299-6261-7656-1DEB5BB1B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D2388-12A5-45D5-AFAD-93D05B8AED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0396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125792-45A0-46EC-F762-291ABC080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FEF30FF-2D5B-7001-5968-0DC6ADA89D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612B118-7E25-33DC-2EE9-5B7F0C6BBA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6BD042D-2B3B-4D68-B608-D78C1076E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7B9CC-6D04-42FF-AAEE-116EBAF384C5}" type="datetimeFigureOut">
              <a:rPr kumimoji="1" lang="ja-JP" altLang="en-US" smtClean="0"/>
              <a:t>2024/11/8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E673408-D6C8-6C97-4C4B-3CBD0CB1C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BB5C5B9-5128-7CD5-F94D-395AC4149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D2388-12A5-45D5-AFAD-93D05B8AED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2043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8797ED-5093-F52E-8948-D7707D004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5E69144-C14B-7F75-A6F5-E6FBCC7C15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0406B37-7F64-3390-F086-643D9E854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7B9CC-6D04-42FF-AAEE-116EBAF384C5}" type="datetimeFigureOut">
              <a:rPr kumimoji="1" lang="ja-JP" altLang="en-US" smtClean="0"/>
              <a:t>2024/11/8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54500A1-E12E-230B-2127-FFDBE54E4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59894B7-80F5-21A1-E7A4-F7B8B60D8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D2388-12A5-45D5-AFAD-93D05B8AED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1640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D5683F8-823E-3325-D1C3-0E3B761CE3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37499F6-F919-4432-FC6E-40F7EFC556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88C5FB3-DC94-6CA6-614F-D340B131E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7B9CC-6D04-42FF-AAEE-116EBAF384C5}" type="datetimeFigureOut">
              <a:rPr kumimoji="1" lang="ja-JP" altLang="en-US" smtClean="0"/>
              <a:t>2024/11/8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732E53B-51A9-2D7B-0E24-A88191A3D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7E1E435-01B8-E9E3-F536-ABAAB8168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D2388-12A5-45D5-AFAD-93D05B8AED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5749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2BA051E-4DB7-438F-B860-D2A7C9B10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7449B42-CC3E-607C-D464-07EF83CC70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B9D41A6-262B-C6A5-ECA4-B429E147D6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E7B9CC-6D04-42FF-AAEE-116EBAF384C5}" type="datetimeFigureOut">
              <a:rPr kumimoji="1" lang="ja-JP" altLang="en-US" smtClean="0"/>
              <a:t>2024/11/8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7DF4824-C99A-0DCD-7569-809C900F2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4D00F71-2BF8-3AF2-69FA-F020793F0E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FD2388-12A5-45D5-AFAD-93D05B8AED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8588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2BCC88-2CC8-2E3E-FE69-305244726B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/>
              <a:t>TEST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DEEE5AF-ED0D-4DCD-37A9-C961D9E3EA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86693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8649A1F-05E9-6FFE-2765-5A73B6F55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TEST	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F575C78-9839-DF7C-47CB-7010BFBE4F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TES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42522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ワイド画面</PresentationFormat>
  <Paragraphs>3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TEST</vt:lpstr>
      <vt:lpstr>TEST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 Kudo</dc:creator>
  <cp:lastModifiedBy>Jun Kudo</cp:lastModifiedBy>
  <cp:revision>1</cp:revision>
  <dcterms:created xsi:type="dcterms:W3CDTF">2024-11-07T15:00:18Z</dcterms:created>
  <dcterms:modified xsi:type="dcterms:W3CDTF">2024-11-07T15:00:43Z</dcterms:modified>
</cp:coreProperties>
</file>